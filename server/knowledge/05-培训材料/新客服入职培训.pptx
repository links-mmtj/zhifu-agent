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新客服入职培训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售后服务体系 · 第一讲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掌握售后政策边界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熟练使用工单系统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掌握共情与拒绝话术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理解服务指标与考核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售后服务的四个原则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先解决情绪，再解决问题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先给结论，再给依据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能办的马上办，不能办的给替代方案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超权限立即升级，不拖延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常见场景一：催发货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查订单状态与仓库作业进度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小时内未发货可申请补偿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 72 小时未发货可申请退款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话术：我帮您催一下仓库，2 小时内给您回复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常见场景二：退货被拒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先确认拒绝原因（超期/影响二次销售/特殊品类）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质量问题走检测通道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保留用户凭证，避免直接否定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争议工单升级至售后专员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常见场景三：退款未到账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核对退款状态与渠道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 1-2 小时，银行卡 1-7 个工作日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超过时效提交支付查询工单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不得承诺具体到账时间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服务指标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首次响应时长 ≤ 30 秒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平均处理时长 ≤ 8 分钟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一次解决率 ≥ 85%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 ≥ 96%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考核与成长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试用期 2 个月，带教 1 对 1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每周话术抽检 10 通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月度星级评定，与绩效挂钩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优秀者可转售后专员或培训岗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新客服入职培训</dc:title>
  <dc:subject>PptxGenJS Presentation</dc:subject>
  <dc:creator>智服售后培训组</dc:creator>
  <cp:lastModifiedBy>智服售后培训组</cp:lastModifiedBy>
  <cp:revision>1</cp:revision>
  <dcterms:created xsi:type="dcterms:W3CDTF">2026-10-27T14:28:05Z</dcterms:created>
  <dcterms:modified xsi:type="dcterms:W3CDTF">2026-10-27T14:28:05Z</dcterms:modified>
</cp:coreProperties>
</file>